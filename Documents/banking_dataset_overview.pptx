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C2340"/>
                </a:solidFill>
                <a:latin typeface="Arial"/>
              </a:defRPr>
            </a:pPr>
            <a:r>
              <a:t>Banking Dataset Analysis</a:t>
            </a:r>
          </a:p>
          <a:p>
            <a:pPr>
              <a:spcBef>
                <a:spcPts val="1000"/>
              </a:spcBef>
              <a:defRPr sz="2000">
                <a:solidFill>
                  <a:srgbClr val="009688"/>
                </a:solidFill>
                <a:latin typeface="Arial"/>
              </a:defRPr>
            </a:pPr>
            <a:r>
              <a:t>Sample Repository Documentation | Financial Metrics &amp; Customer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rPr dirty="0"/>
              <a:t>This dataset contains banking metrics designed for classification, fraud detection, and customer analysis.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71796"/>
              </p:ext>
            </p:extLst>
          </p:nvPr>
        </p:nvGraphicFramePr>
        <p:xfrm>
          <a:off x="1061884" y="2926080"/>
          <a:ext cx="1021266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3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3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CustomerID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Unique identifier for each retail customer.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lang="en-US" dirty="0" err="1"/>
                        <a:t>Curren</a:t>
                      </a:r>
                      <a:r>
                        <a:rPr dirty="0" err="1"/>
                        <a:t>tBalance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Current balance in the primary checking/savings account.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TransactionVolume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Number of monthly electronic transactions executed.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 gridSpan="3"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SHISHUPAL MISTARI</cp:lastModifiedBy>
  <cp:revision>2</cp:revision>
  <dcterms:created xsi:type="dcterms:W3CDTF">2013-01-27T09:14:16Z</dcterms:created>
  <dcterms:modified xsi:type="dcterms:W3CDTF">2026-10-12T20:18:12Z</dcterms:modified>
  <cp:category/>
</cp:coreProperties>
</file>